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Matrix Product Organization Example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Shared Product Capabilities x Business Line P&amp;L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Capability Matrix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" y="2"/>
          <a:ext cx="8" cy="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"/>
                <a:gridCol w="1"/>
                <a:gridCol w="1"/>
                <a:gridCol w="1"/>
                <a:gridCol w="4"/>
              </a:tblGrid>
              <a:tr h="0">
                <a:tc>
                  <a:txBody>
                    <a:bodyPr/>
                    <a:lstStyle/>
                    <a:p>
                      <a:r>
                        <a:t>Shared Product Capabilities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Underpayments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Denials &amp; Receivables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Complex Claims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Client Success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t>Workflow / Assignment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Claim routing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Denial routing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Investigation queues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Client task flows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t>Pricing Systems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UP pricing rules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Payer pricing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Complex pricing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Pricing insights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t>Data &amp; ML 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Claim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Denial prediction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Recovery modeling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Client analytics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t>UX / Bridge Experience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UP workspace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DnR workspace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CC investigation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Client dashboards</a:t>
                      </a:r>
                    </a:p>
                  </a:txBody>
                  <a:tcPr/>
                </a:tc>
              </a:tr>
              <a:tr h="4">
                <a:tc>
                  <a:txBody>
                    <a:bodyPr/>
                    <a:lstStyle/>
                    <a:p>
                      <a:r>
                        <a:t>Integrations / APIs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Payer integrations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EDI automation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Record ingestion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Client systems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Leadership Alignment in the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Shared Capability Product Directors</a:t>
            </a:r>
          </a:p>
          <a:p>
            <a:pPr lvl="1"/>
            <a:r>
              <a:t>Workflow / Assignment</a:t>
            </a:r>
          </a:p>
          <a:p>
            <a:pPr lvl="1"/>
            <a:r>
              <a:t>Pricing Systems</a:t>
            </a:r>
          </a:p>
          <a:p>
            <a:pPr lvl="1"/>
            <a:r>
              <a:t>Data &amp; ML Platform</a:t>
            </a:r>
          </a:p>
          <a:p>
            <a:pPr lvl="1"/>
            <a:r>
              <a:t>UX / Experience</a:t>
            </a:r>
          </a:p>
          <a:p>
            <a:pPr lvl="1"/>
            <a:r>
              <a:t>Integrations / APIs</a:t>
            </a:r>
          </a:p>
          <a:p>
            <a:pPr lvl="1"/>
          </a:p>
          <a:p>
            <a:pPr lvl="1"/>
            <a:r>
              <a:t>Business Line Product Directors</a:t>
            </a:r>
          </a:p>
          <a:p>
            <a:pPr lvl="1"/>
            <a:r>
              <a:t>Underpayments</a:t>
            </a:r>
          </a:p>
          <a:p>
            <a:pPr lvl="1"/>
            <a:r>
              <a:t>Denials &amp; Receivables</a:t>
            </a:r>
          </a:p>
          <a:p>
            <a:pPr lvl="1"/>
            <a:r>
              <a:t>Complex Claims</a:t>
            </a:r>
          </a:p>
          <a:p>
            <a:pPr lvl="1"/>
            <a:r>
              <a:t>Client Success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